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vtt" ContentType="text/vt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1" r:id="rId3"/>
    <p:sldId id="279" r:id="rId4"/>
    <p:sldId id="281" r:id="rId5"/>
    <p:sldId id="280" r:id="rId6"/>
    <p:sldId id="257" r:id="rId7"/>
    <p:sldId id="275" r:id="rId8"/>
    <p:sldId id="276" r:id="rId9"/>
    <p:sldId id="282" r:id="rId10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m-vindo" id="{E75E278A-FF0E-49A4-B170-79828D63BBAD}">
          <p14:sldIdLst>
            <p14:sldId id="256"/>
          </p14:sldIdLst>
        </p14:section>
        <p14:section name="Estrutura, Modificação, Anotar, Trabalhar em Conjunto, Diga-me o que pretende fazer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Saiba Mais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1" autoAdjust="0"/>
  </p:normalViewPr>
  <p:slideViewPr>
    <p:cSldViewPr snapToGrid="0">
      <p:cViewPr varScale="1">
        <p:scale>
          <a:sx n="100" d="100"/>
          <a:sy n="100" d="100"/>
        </p:scale>
        <p:origin x="91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09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F4031C-E135-42E0-B545-9929ABD16C42}" type="datetime1">
              <a:rPr lang="pt-PT" smtClean="0"/>
              <a:t>07/07/2025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6642230-0EF0-4E4B-9164-352A120B7DB5}" type="datetime1">
              <a:rPr lang="pt-PT" noProof="0" smtClean="0"/>
              <a:t>07/07/2025</a:t>
            </a:fld>
            <a:endParaRPr lang="pt-PT" noProof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917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156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1792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0277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571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9029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PT" sz="1800" noProof="0"/>
          </a:p>
        </p:txBody>
      </p:sp>
      <p:cxnSp>
        <p:nvCxnSpPr>
          <p:cNvPr id="12" name="Conexão Reta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Clique para editar os Estilos de título do modelo global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Quinto nível</a:t>
            </a:r>
          </a:p>
        </p:txBody>
      </p:sp>
      <p:sp>
        <p:nvSpPr>
          <p:cNvPr id="6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D451C1A9-3451-4A5F-8834-AF78C0CE012E}" type="datetime1">
              <a:rPr lang="pt-PT" noProof="0" smtClean="0"/>
              <a:t>07/07/2025</a:t>
            </a:fld>
            <a:endParaRPr lang="pt-PT" noProof="0"/>
          </a:p>
        </p:txBody>
      </p:sp>
      <p:sp>
        <p:nvSpPr>
          <p:cNvPr id="7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8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PT" noProof="0" smtClean="0"/>
              <a:pPr rtl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800" noProof="0"/>
          </a:p>
        </p:txBody>
      </p:sp>
      <p:sp>
        <p:nvSpPr>
          <p:cNvPr id="10" name="Retâ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7" name="Marcador de Posição de Conteúdo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Clique para editar os Estilos de título do modelo global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PT" sz="1800" noProof="0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935058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pt-PT" noProof="0" dirty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D1B21E14-45D8-447C-936C-293145A15F9A}" type="datetime1">
              <a:rPr lang="pt-PT" noProof="0" smtClean="0"/>
              <a:t>07/07/2025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cxnSp>
        <p:nvCxnSpPr>
          <p:cNvPr id="8" name="Conexão Reta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microsoft.com/office/2017/04/relationships/track" Target="../media/track1.vtt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://go.microsoft.com/fwlink/?LinkId=6233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pt-PT" sz="4800">
                <a:solidFill>
                  <a:schemeClr val="bg1"/>
                </a:solidFill>
              </a:rPr>
              <a:t>Bem-vindo ao PowerPoint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PT" sz="2400">
                <a:solidFill>
                  <a:schemeClr val="bg1"/>
                </a:solidFill>
                <a:latin typeface="+mj-lt"/>
              </a:rPr>
              <a:t>Cinco sugestões para trabalhar de forma mais fácil</a:t>
            </a:r>
          </a:p>
        </p:txBody>
      </p:sp>
      <p:pic>
        <p:nvPicPr>
          <p:cNvPr id="4" name="Imagem 3" descr="Ícone do programa PowerPoint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070593" cy="640080"/>
          </a:xfrm>
        </p:spPr>
        <p:txBody>
          <a:bodyPr rtlCol="0">
            <a:noAutofit/>
          </a:bodyPr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O Estruturador ajuda-o a transmitir a sua mensagem</a:t>
            </a:r>
          </a:p>
        </p:txBody>
      </p:sp>
      <p:sp>
        <p:nvSpPr>
          <p:cNvPr id="38" name="Marcador de Posição de Conteúdo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O Estruturador do PowerPoint sugere estruturas profissionais para a sua apresentação, com base nos conteúdos nos seus diapositivos.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O Estruturador só está disponível para subscritores.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 tiver uma subscrição do Office 365, o próximo diapositivo mostra como esta funciona numa nova apresentação.</a:t>
            </a:r>
            <a:endParaRPr lang="pt-PT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m 4" descr="O painel Ideias de Estrutura a mostrar diferentes opções de estrutura"/>
          <p:cNvPicPr>
            <a:picLocks noChangeAspect="1"/>
          </p:cNvPicPr>
          <p:nvPr/>
        </p:nvPicPr>
        <p:blipFill rotWithShape="1">
          <a:blip r:embed="rId3"/>
          <a:srcRect l="20025" r="133"/>
          <a:stretch/>
        </p:blipFill>
        <p:spPr>
          <a:xfrm>
            <a:off x="4783394" y="1385113"/>
            <a:ext cx="6807200" cy="457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Como utilizar o Estruturador do PowerPoint</a:t>
            </a:r>
          </a:p>
        </p:txBody>
      </p:sp>
      <p:sp>
        <p:nvSpPr>
          <p:cNvPr id="25" name="Marcador de Posição de Conteúdo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Como funciona:</a:t>
            </a:r>
          </a:p>
        </p:txBody>
      </p:sp>
      <p:grpSp>
        <p:nvGrpSpPr>
          <p:cNvPr id="18" name="Grupo 17" descr="Círculo pequeno com o número 1 a indicar o passo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 18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20" name="Caixa de texto 19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Marcador de Posição de Conteúdo 17"/>
          <p:cNvSpPr txBox="1">
            <a:spLocks/>
          </p:cNvSpPr>
          <p:nvPr/>
        </p:nvSpPr>
        <p:spPr>
          <a:xfrm>
            <a:off x="1056513" y="18565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Inicie uma nova apresentação ao aceder 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Ficheiro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Apresentação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em Branco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</p:txBody>
      </p:sp>
      <p:grpSp>
        <p:nvGrpSpPr>
          <p:cNvPr id="33" name="Grupo 32" descr="Círculo pequeno com o número 2 a indicar o passo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 3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5" name="Caixa de texto 34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Marcador de Posição de Conteúdo 17"/>
          <p:cNvSpPr txBox="1">
            <a:spLocks/>
          </p:cNvSpPr>
          <p:nvPr/>
        </p:nvSpPr>
        <p:spPr>
          <a:xfrm>
            <a:off x="1056512" y="2742850"/>
            <a:ext cx="4734687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primeiro diapositivo, adicione uma imagem: aceda a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Imagens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ou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Imagens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Online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selecione a imagem.</a:t>
            </a:r>
            <a:b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</a:b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Sugestão: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 de estar online quando adicionar a imagem.</a:t>
            </a:r>
          </a:p>
        </p:txBody>
      </p:sp>
      <p:grpSp>
        <p:nvGrpSpPr>
          <p:cNvPr id="22" name="Grupo 21" descr="Círculo pequeno com o número 3 a indicar o passo 3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Oval 2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0" name="Caixa de texto 29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Marcador de Posição de Conteúdo 17"/>
          <p:cNvSpPr txBox="1">
            <a:spLocks/>
          </p:cNvSpPr>
          <p:nvPr/>
        </p:nvSpPr>
        <p:spPr>
          <a:xfrm>
            <a:off x="1056513" y="41348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o PowerPoint pedir a sua permissão para obter ideias de estrutura, selecione</a:t>
            </a: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 </a:t>
            </a:r>
            <a:r>
              <a:rPr lang="pt-PT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Vamos Lá</a:t>
            </a: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</p:txBody>
      </p:sp>
      <p:grpSp>
        <p:nvGrpSpPr>
          <p:cNvPr id="37" name="Grupo 36" descr="Círculo pequeno com o número 4 a indicar o passo 4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Oval 37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9" name="Caixa de texto 38" descr="Número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Marcador de Posição de Conteúdo 17"/>
          <p:cNvSpPr txBox="1">
            <a:spLocks/>
          </p:cNvSpPr>
          <p:nvPr/>
        </p:nvSpPr>
        <p:spPr>
          <a:xfrm>
            <a:off x="1056513" y="50759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uma estrutura que pretende a partir do painel de tarefas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Ideias de Estrutura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9" name="Imagem 28" descr="Separador Inserir com a opção para inserir image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7526" y="1455791"/>
            <a:ext cx="2740429" cy="1592728"/>
          </a:xfrm>
          <a:prstGeom prst="rect">
            <a:avLst/>
          </a:prstGeom>
        </p:spPr>
      </p:pic>
      <p:pic>
        <p:nvPicPr>
          <p:cNvPr id="23" name="Imagem 22" descr="Caixa de diálogo Ideias de Estrutura a pedir a confirmação do utilizador para obter ideias de estrutura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3033" y="3067244"/>
            <a:ext cx="2900886" cy="35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Modificação</a:t>
            </a:r>
          </a:p>
        </p:txBody>
      </p:sp>
      <p:sp>
        <p:nvSpPr>
          <p:cNvPr id="5" name="Marcador de Posição de Conteúdo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PT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Modificação cria animações e movimentos de objetos suaves na sua apresentação. São utilizados dois diapositivos semelhantes para efetuar a animação, mas o público fica com a ideia de que a ação ocorre apenas num diapositivo.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PT" sz="1200" b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Reproduzir</a:t>
            </a:r>
            <a:r>
              <a:rPr lang="pt-PT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vídeo à direita para ver um exemplo rápido.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PT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Modificação só está disponível para subscritores. Se tiver uma subscrição do Office 365, pode experimentá-la através dos passos no próximo diapositivo.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pt-PT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Vídeo sobre a Modificação" descr="Um vídeo a mostrar um exemplo da funcionalidade Modificação, que pode ser reproduzido ou colocado em pausa através do atalho Alt+P">
            <a:hlinkClick r:id="" action="ppaction://media"/>
            <a:extLst>
              <a:ext uri="{FF2B5EF4-FFF2-40B4-BE49-F238E27FC236}">
                <a16:creationId xmlns:a16="http://schemas.microsoft.com/office/drawing/2014/main" id="{9F029C1A-F15A-44BF-996A-1F59B3110D78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>
                  <p14:extLst>
                    <p:ext uri="{3AFAAA56-56D3-431D-BCD4-E75A35582382}">
                      <p173:tracksInfo xmlns:p173="http://schemas.microsoft.com/office/powerpoint/2017/3/main" displayLoc="media">
                        <p173:trackLst>
                          <p173:track id="{7D80394A-61EE-4513-90D2-E9A3DA581656}" label="caption" lang="" r:embed="rId5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8759" y="1540565"/>
            <a:ext cx="6110288" cy="343852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Configurar a </a:t>
            </a:r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Modificação</a:t>
            </a:r>
          </a:p>
        </p:txBody>
      </p:sp>
      <p:sp>
        <p:nvSpPr>
          <p:cNvPr id="30" name="Marcador de Posição de Conteúdo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/>
              <a:t>Experimente-a com este dois "planetas" simples:</a:t>
            </a:r>
          </a:p>
        </p:txBody>
      </p:sp>
      <p:grpSp>
        <p:nvGrpSpPr>
          <p:cNvPr id="13" name="Grupo 12" descr="Círculo pequeno com o número 1 a indicar o passo 1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Oval 1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15" name="Caixa de texto 14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Marcador de Posição de Conteúdo 17"/>
          <p:cNvSpPr txBox="1">
            <a:spLocks/>
          </p:cNvSpPr>
          <p:nvPr/>
        </p:nvSpPr>
        <p:spPr>
          <a:xfrm>
            <a:off x="1066040" y="1958188"/>
            <a:ext cx="2676986" cy="1563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Duplique este diapositivo: clique com o botão direito do rato na miniatura do diapositivo e selecione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Duplicar Diapositivo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18" name="Grupo 17" descr="Círculo pequeno com o número 2 a indicar o passo 2"/>
          <p:cNvGrpSpPr/>
          <p:nvPr/>
        </p:nvGrpSpPr>
        <p:grpSpPr bwMode="blackWhite">
          <a:xfrm>
            <a:off x="558723" y="3026833"/>
            <a:ext cx="558179" cy="409838"/>
            <a:chOff x="6953426" y="711274"/>
            <a:chExt cx="558179" cy="409838"/>
          </a:xfrm>
        </p:grpSpPr>
        <p:sp>
          <p:nvSpPr>
            <p:cNvPr id="23" name="Oval 22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24" name="Caixa de texto 23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Marcador de Posição de Conteúdo 17"/>
          <p:cNvSpPr txBox="1">
            <a:spLocks/>
          </p:cNvSpPr>
          <p:nvPr/>
        </p:nvSpPr>
        <p:spPr>
          <a:xfrm>
            <a:off x="1066038" y="3067025"/>
            <a:ext cx="283514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segundo destes dois diapositivos idênticos, altere as formas à direita de algum modo (mover, redimensionar, alterar cor) e, em seguida, aceda 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Transições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Modificação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26" name="Grupo 25" descr="Círculo pequeno com o número 3 a indicar o passo 3"/>
          <p:cNvGrpSpPr/>
          <p:nvPr/>
        </p:nvGrpSpPr>
        <p:grpSpPr bwMode="blackWhite">
          <a:xfrm>
            <a:off x="557319" y="4380283"/>
            <a:ext cx="558179" cy="409838"/>
            <a:chOff x="6953426" y="711274"/>
            <a:chExt cx="558179" cy="409838"/>
          </a:xfrm>
        </p:grpSpPr>
        <p:sp>
          <p:nvSpPr>
            <p:cNvPr id="27" name="Oval 26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28" name="Caixa de texto 27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Marcador de Posição de Conteúdo 17"/>
          <p:cNvSpPr txBox="1">
            <a:spLocks/>
          </p:cNvSpPr>
          <p:nvPr/>
        </p:nvSpPr>
        <p:spPr>
          <a:xfrm>
            <a:off x="1076799" y="4396572"/>
            <a:ext cx="2784602" cy="1355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Regresse ao primeiro dos dois diapositivos e prima o botão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Apresentação de Diapositivos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e, em seguida, selecione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Reproduzir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ver a modificação do seu círculo!</a:t>
            </a:r>
          </a:p>
        </p:txBody>
      </p:sp>
      <p:sp>
        <p:nvSpPr>
          <p:cNvPr id="17" name="Marcador de Posição de Conteúdo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Sugestão: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as </a:t>
            </a:r>
            <a:r>
              <a:rPr lang="pt-PT">
                <a:solidFill>
                  <a:srgbClr val="40404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Opções de Efeito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fornecem-lhe mais opções para a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Modificação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pic>
        <p:nvPicPr>
          <p:cNvPr id="2" name="Imagem 1" descr="Menu de contexto na miniatura do diapositivo a mostrar a opção Duplicar Diapositiv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5391" y="1455491"/>
            <a:ext cx="1402147" cy="1803887"/>
          </a:xfrm>
          <a:prstGeom prst="rect">
            <a:avLst/>
          </a:prstGeom>
        </p:spPr>
      </p:pic>
      <p:pic>
        <p:nvPicPr>
          <p:cNvPr id="6" name="Imagem 5" descr="Separador Transição a mostrar a transição Modificaçã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84500" y="3159609"/>
            <a:ext cx="2467551" cy="1185923"/>
          </a:xfrm>
          <a:prstGeom prst="rect">
            <a:avLst/>
          </a:prstGeom>
        </p:spPr>
      </p:pic>
      <p:pic>
        <p:nvPicPr>
          <p:cNvPr id="5" name="Imagem 4" descr="Botão Apresentação de Diapositivo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7079" y="4344232"/>
            <a:ext cx="2134319" cy="887083"/>
          </a:xfrm>
          <a:prstGeom prst="rect">
            <a:avLst/>
          </a:prstGeom>
        </p:spPr>
      </p:pic>
      <p:cxnSp>
        <p:nvCxnSpPr>
          <p:cNvPr id="20" name="Conexão Reta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 descr="Círculo grande azul com um círculo pequeno azul-claro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val 10" descr="Círculo pequeno azul-claro dentro de um círculo grande azul-escuro"/>
          <p:cNvSpPr/>
          <p:nvPr/>
        </p:nvSpPr>
        <p:spPr bwMode="ltGray">
          <a:xfrm>
            <a:off x="8086223" y="2796642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Trabalhar em conjunto em tempo real</a:t>
            </a:r>
          </a:p>
        </p:txBody>
      </p:sp>
      <p:sp>
        <p:nvSpPr>
          <p:cNvPr id="5" name="Marcador de Posição de Conteúdo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partilhar a sua apresentação com outras pessoas, irá vê-las a trabalhar consigo em simultâneo. </a:t>
            </a:r>
            <a:b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funciona:</a:t>
            </a:r>
          </a:p>
        </p:txBody>
      </p:sp>
      <p:pic>
        <p:nvPicPr>
          <p:cNvPr id="11" name="Imagem 10" descr="Ícone de partilha a mostrar o número de pessoas a trabalhar na apresentação 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84" y="2425111"/>
            <a:ext cx="3262550" cy="1475659"/>
          </a:xfrm>
          <a:prstGeom prst="rect">
            <a:avLst/>
          </a:prstGeom>
        </p:spPr>
      </p:pic>
      <p:grpSp>
        <p:nvGrpSpPr>
          <p:cNvPr id="33" name="Grupo 32" descr="Círculo pequeno com o número 1 a indicar o passo 1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Oval 3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5" name="Caixa de texto 34" descr="Número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Marcador de Posição de Conteúdo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</a:t>
            </a:r>
            <a:r>
              <a:rPr lang="pt-PT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Partilhar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 friso que se encontra acima ou através do atalho </a:t>
            </a:r>
            <a:r>
              <a:rPr lang="pt-PT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Alt+ZS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convidar pessoas para trabalharem consigo (neste passo pode guardar na nuvem).</a:t>
            </a:r>
          </a:p>
        </p:txBody>
      </p:sp>
      <p:pic>
        <p:nvPicPr>
          <p:cNvPr id="9" name="Imagem 8" descr="Marcador a mostrar quem está a trabalhar num diapositiv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1352" y="2434307"/>
            <a:ext cx="3841692" cy="2512927"/>
          </a:xfrm>
          <a:prstGeom prst="rect">
            <a:avLst/>
          </a:prstGeom>
        </p:spPr>
      </p:pic>
      <p:grpSp>
        <p:nvGrpSpPr>
          <p:cNvPr id="36" name="Grupo 35" descr="Círculo pequeno com o número 2 a indicar o passo 2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Oval 36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8" name="Caixa de texto 37" descr="Número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Marcador de Posição de Conteúdo 17"/>
          <p:cNvSpPr txBox="1">
            <a:spLocks/>
          </p:cNvSpPr>
          <p:nvPr/>
        </p:nvSpPr>
        <p:spPr>
          <a:xfrm>
            <a:off x="4747856" y="4571824"/>
            <a:ext cx="2803876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outras pessoas estão na apresentação, um marcador mostra quem está nos diapositivos...</a:t>
            </a:r>
          </a:p>
        </p:txBody>
      </p:sp>
      <p:pic>
        <p:nvPicPr>
          <p:cNvPr id="12" name="Imagem 11" descr="Marcador a mostrar a parte do diapositivo que está a ser editada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99419" y="2350394"/>
            <a:ext cx="3563782" cy="2305343"/>
          </a:xfrm>
          <a:prstGeom prst="rect">
            <a:avLst/>
          </a:prstGeom>
        </p:spPr>
      </p:pic>
      <p:grpSp>
        <p:nvGrpSpPr>
          <p:cNvPr id="39" name="Grupo 38" descr="Círculo pequeno com o número 3 a indicar o passo 3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Oval 39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41" name="Caixa de texto 40" descr="Número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Marcador de Posição de Conteúdo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...e a parte do diapositivo que estão a editar.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521207" y="448056"/>
            <a:ext cx="9327643" cy="640080"/>
          </a:xfrm>
        </p:spPr>
        <p:txBody>
          <a:bodyPr rtlCol="0">
            <a:normAutofit/>
          </a:bodyPr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É um especialista com a caixa Diga-me o que pretende fazer</a:t>
            </a:r>
          </a:p>
        </p:txBody>
      </p:sp>
      <p:sp>
        <p:nvSpPr>
          <p:cNvPr id="38" name="Marcador de Posição de Conteúdo 17"/>
          <p:cNvSpPr txBox="1">
            <a:spLocks/>
          </p:cNvSpPr>
          <p:nvPr/>
        </p:nvSpPr>
        <p:spPr>
          <a:xfrm>
            <a:off x="541609" y="1296100"/>
            <a:ext cx="6325534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caixa Diga-me o que pretende fazer encontra o comando adequado quando precisa, </a:t>
            </a:r>
            <a:b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que possa poupar tempo e focar-se no seu trabalho.</a:t>
            </a:r>
            <a:b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Experimente:</a:t>
            </a:r>
          </a:p>
        </p:txBody>
      </p:sp>
      <p:grpSp>
        <p:nvGrpSpPr>
          <p:cNvPr id="4" name="Grupo 3" descr="Círculo pequeno com o número 1 a indicar o passo 1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Oval 1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" name="Caixa de texto 2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Marcador de Posição de Conteúdo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 rtl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</a:t>
            </a:r>
            <a:r>
              <a:rPr lang="pt-PT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imagem do Robô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à direita.</a:t>
            </a:r>
          </a:p>
        </p:txBody>
      </p:sp>
      <p:grpSp>
        <p:nvGrpSpPr>
          <p:cNvPr id="19" name="Grupo 18" descr="Círculo pequeno com o número 2 a indicar o passo 2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Oval 19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21" name="Caixa de texto 20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Marcador de Posição de Conteúdo 17"/>
          <p:cNvSpPr txBox="1">
            <a:spLocks/>
          </p:cNvSpPr>
          <p:nvPr/>
        </p:nvSpPr>
        <p:spPr>
          <a:xfrm>
            <a:off x="1066038" y="3353185"/>
            <a:ext cx="3906011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Escreva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 i="1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animação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caixa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Diga-me o que pretende fazer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e, em seguida, selecione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Adicionar Animação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31" name="Grupo 30" descr="Círculo pequeno com o número 3 a indicar o passo 3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Oval 31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3" name="Caixa de texto 32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Marcador de Posição de Conteúdo 17"/>
          <p:cNvSpPr txBox="1">
            <a:spLocks/>
          </p:cNvSpPr>
          <p:nvPr/>
        </p:nvSpPr>
        <p:spPr>
          <a:xfrm>
            <a:off x="1064636" y="4303697"/>
            <a:ext cx="1811914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Escolha um efeito de animação, como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Zoom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veja o que acontece.</a:t>
            </a:r>
          </a:p>
        </p:txBody>
      </p:sp>
      <p:sp>
        <p:nvSpPr>
          <p:cNvPr id="25" name="Caixa de Texto 16" descr="Selecione-me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pt-PT" sz="1200" b="1" kern="1000" spc="100">
                <a:ln>
                  <a:noFill/>
                </a:ln>
                <a:solidFill>
                  <a:srgbClr val="D24726"/>
                </a:solidFill>
                <a:effectLst/>
                <a:latin typeface="Segoe UI Semibold" panose="020B0702040204020203" pitchFamily="34" charset="0"/>
                <a:ea typeface="SimHei" panose="02010609060101010101" pitchFamily="49" charset="-122"/>
                <a:cs typeface="Times New Roman" panose="02020603050405020304" pitchFamily="18" charset="0"/>
              </a:rPr>
              <a:t>SELECIONE-ME</a:t>
            </a:r>
            <a:endParaRPr lang="pt-PT" sz="1200" b="1" kern="1400">
              <a:solidFill>
                <a:srgbClr val="D24726"/>
              </a:solidFill>
              <a:effectLst/>
              <a:latin typeface="Segoe UI Light" panose="020B0502040204020203" pitchFamily="34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Imagem 4" descr="Caixa Diga-me o que pretende faz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6520" y="3410945"/>
            <a:ext cx="2106152" cy="220832"/>
          </a:xfrm>
          <a:prstGeom prst="rect">
            <a:avLst/>
          </a:prstGeom>
        </p:spPr>
      </p:pic>
      <p:pic>
        <p:nvPicPr>
          <p:cNvPr id="7" name="Imagem 6" descr="Separador Animação a mostrar a opção de zoom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01621" y="3968784"/>
            <a:ext cx="4065521" cy="2606104"/>
          </a:xfrm>
          <a:prstGeom prst="rect">
            <a:avLst/>
          </a:prstGeom>
        </p:spPr>
      </p:pic>
      <p:pic>
        <p:nvPicPr>
          <p:cNvPr id="24" name="Image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Imagem 22" descr="Robô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Explorar sem sair dos seus diapositivos</a:t>
            </a:r>
          </a:p>
        </p:txBody>
      </p:sp>
      <p:sp>
        <p:nvSpPr>
          <p:cNvPr id="16" name="Marcador de Posição de Conteúdo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A Pesquisa Inteligente traz as pesquisas diretamente para o PowerPoint.</a:t>
            </a:r>
            <a:b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Experimente:</a:t>
            </a:r>
          </a:p>
        </p:txBody>
      </p:sp>
      <p:pic>
        <p:nvPicPr>
          <p:cNvPr id="18" name="Imagem 17" descr="Três imagens a mostrar a funcionalidade Pesquisa Inteligen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408" y="2145058"/>
            <a:ext cx="11129521" cy="3197087"/>
          </a:xfrm>
          <a:prstGeom prst="rect">
            <a:avLst/>
          </a:prstGeom>
        </p:spPr>
      </p:pic>
      <p:grpSp>
        <p:nvGrpSpPr>
          <p:cNvPr id="33" name="Grupo 32" descr="Círculo pequeno com o número 1 a indicar o passo 1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Oval 3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5" name="Caixa de texto 34" descr="Número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Marcador de Posição de Conteúdo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2000"/>
              </a:lnSpc>
              <a:spcAft>
                <a:spcPts val="2000"/>
              </a:spcAft>
              <a:buNone/>
            </a:pP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com o botão direito do rato na palavra </a:t>
            </a:r>
            <a:r>
              <a:rPr lang="pt-PT" i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escritório</a:t>
            </a: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seguinte expressão: </a:t>
            </a:r>
            <a:r>
              <a:rPr lang="pt-PT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mobili</a:t>
            </a:r>
            <a:r>
              <a:rPr lang="en-US" altLang="zh-CN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pt-PT" sz="18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PT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escritório</a:t>
            </a:r>
          </a:p>
        </p:txBody>
      </p:sp>
      <p:grpSp>
        <p:nvGrpSpPr>
          <p:cNvPr id="36" name="Grupo 35" descr="Círculo pequeno com o número 2 a indicar o passo 2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Oval 36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8" name="Caixa de texto 37" descr="Número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Marcador de Posição de Conteúdo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2000"/>
              </a:lnSpc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Pesquisa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Inteligente</a:t>
            </a: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 e repare que os resultados são contextuais para essa frase e não para </a:t>
            </a:r>
            <a:r>
              <a:rPr lang="pt-PT" sz="1800">
                <a:latin typeface="Segoe UI" panose="020B0502040204020203" pitchFamily="34" charset="0"/>
                <a:cs typeface="Segoe UI" panose="020B0502040204020203" pitchFamily="34" charset="0"/>
              </a:rPr>
              <a:t>aplicações do Microsoft Office</a:t>
            </a: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PT">
              <a:solidFill>
                <a:srgbClr val="D247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9" name="Grupo 38" descr="Círculo pequeno com o número 3 a indicar o passo 3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Oval 39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41" name="Caixa de texto 40" descr="Número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Marcador de Posição de Conteúdo 17"/>
          <p:cNvSpPr txBox="1">
            <a:spLocks/>
          </p:cNvSpPr>
          <p:nvPr/>
        </p:nvSpPr>
        <p:spPr>
          <a:xfrm>
            <a:off x="8429668" y="5273572"/>
            <a:ext cx="2696294" cy="1584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ts val="2000"/>
              </a:lnSpc>
              <a:spcAft>
                <a:spcPts val="2000"/>
              </a:spcAft>
              <a:buNone/>
            </a:pP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Por diversão, tente utilizar a Pesquisa Inteligente novamente ao clicar com o botão direito do rato na palavra </a:t>
            </a:r>
            <a:r>
              <a:rPr lang="pt-PT" i="1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</a:t>
            </a:r>
            <a:r>
              <a:rPr lang="pt-PT"/>
              <a:t> </a:t>
            </a:r>
            <a:r>
              <a:rPr lang="pt-PT">
                <a:latin typeface="Segoe UI" panose="020B0502040204020203" pitchFamily="34" charset="0"/>
                <a:cs typeface="Segoe UI" panose="020B0502040204020203" pitchFamily="34" charset="0"/>
              </a:rPr>
              <a:t>no Passo 2.</a:t>
            </a:r>
          </a:p>
          <a:p>
            <a:pPr marL="0" indent="0" rtl="0">
              <a:lnSpc>
                <a:spcPts val="2000"/>
              </a:lnSpc>
              <a:spcAft>
                <a:spcPts val="2000"/>
              </a:spcAft>
              <a:buNone/>
            </a:pPr>
            <a:endParaRPr lang="pt-PT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521208" y="1536192"/>
            <a:ext cx="11327892" cy="640080"/>
          </a:xfrm>
        </p:spPr>
        <p:txBody>
          <a:bodyPr rtlCol="0">
            <a:normAutofit/>
          </a:bodyPr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Tem mais perguntas sobre o PowerPoint?</a:t>
            </a:r>
          </a:p>
        </p:txBody>
      </p:sp>
      <p:sp>
        <p:nvSpPr>
          <p:cNvPr id="5" name="Marcador de Posição de Conteúdo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8040414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pt-PT" sz="2000">
                <a:latin typeface="Segoe UI Light" panose="020B0502040204020203" pitchFamily="34" charset="0"/>
                <a:cs typeface="Segoe UI Light" panose="020B0502040204020203" pitchFamily="34" charset="0"/>
              </a:rPr>
              <a:t>Selecione o botão </a:t>
            </a:r>
            <a:r>
              <a:rPr lang="pt-PT" sz="20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Diga-me o que pretende fazer                   </a:t>
            </a:r>
            <a:r>
              <a:rPr lang="pt-PT" sz="2000">
                <a:latin typeface="Segoe UI Light" panose="020B0502040204020203" pitchFamily="34" charset="0"/>
                <a:cs typeface="Segoe UI Light" panose="020B0502040204020203" pitchFamily="34" charset="0"/>
              </a:rPr>
              <a:t> e escreva o que pretende saber.</a:t>
            </a:r>
            <a:br>
              <a:rPr lang="pt-PT" sz="200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pt-PT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pt-PT" sz="2000" u="sng">
                <a:latin typeface="Segoe UI Light" panose="020B0502040204020203" pitchFamily="34" charset="0"/>
                <a:cs typeface="Segoe UI Light" panose="020B0502040204020203" pitchFamily="34" charset="0"/>
                <a:hlinkClick r:id="rId3" tooltip="Visite o blogue da equipa do PowerPoint"/>
              </a:rPr>
              <a:t>Visite o blogue da equipa do PowerPoint</a:t>
            </a:r>
            <a:endParaRPr lang="pt-PT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pt-PT" sz="2000">
                <a:latin typeface="Segoe UI Light" panose="020B0502040204020203" pitchFamily="34" charset="0"/>
                <a:cs typeface="Segoe UI Light" panose="020B0502040204020203" pitchFamily="34" charset="0"/>
                <a:hlinkClick r:id="rId4" tooltip="Visite o blogue da equipa do PowerPoint"/>
              </a:rPr>
              <a:t>Aceda à formação gratuita do PowerPoint</a:t>
            </a:r>
            <a:endParaRPr lang="pt-PT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pt-PT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pt-PT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m 1" descr="Botão Diga-m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5734" y="2350333"/>
            <a:ext cx="1268511" cy="1189747"/>
          </a:xfrm>
          <a:prstGeom prst="rect">
            <a:avLst/>
          </a:prstGeom>
        </p:spPr>
      </p:pic>
      <p:pic>
        <p:nvPicPr>
          <p:cNvPr id="8" name="Imagem 7" descr="Seta a apontar para a direita com uma hiperligação para o blogue da equipa do PowerPoint. Selecione a imagem para visitar o blogue da equipa do PowerPoint ">
            <a:hlinkClick r:id="rId3" tooltip="Selecione aqui para visitar o blogue da equipa do PowerPoint.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60" y="4066717"/>
            <a:ext cx="661940" cy="661940"/>
          </a:xfrm>
          <a:prstGeom prst="rect">
            <a:avLst/>
          </a:prstGeom>
        </p:spPr>
      </p:pic>
      <p:pic>
        <p:nvPicPr>
          <p:cNvPr id="7" name="Imagem 6" descr="Seta a apontar para a direita com uma hiperligação para formação gratuita do PowerPoint. Selecione a imagem para aceder à formação gratuita do PowerPoint">
            <a:hlinkClick r:id="rId4" tooltip="Selecione aqui para aceder à formação gratuita do PowerPoint.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60" y="4752629"/>
            <a:ext cx="661940" cy="661940"/>
          </a:xfrm>
          <a:prstGeom prst="rect">
            <a:avLst/>
          </a:prstGeom>
        </p:spPr>
      </p:pic>
      <p:sp>
        <p:nvSpPr>
          <p:cNvPr id="9" name="Caixa de texto 8"/>
          <p:cNvSpPr txBox="1"/>
          <p:nvPr/>
        </p:nvSpPr>
        <p:spPr>
          <a:xfrm>
            <a:off x="541611" y="5738132"/>
            <a:ext cx="8507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pt-PT" sz="1400">
                <a:latin typeface="Segoe UI Light" panose="020B0502040204020203" pitchFamily="34" charset="0"/>
                <a:cs typeface="Segoe UI Light" panose="020B0502040204020203" pitchFamily="34" charset="0"/>
              </a:rPr>
              <a:t>SELECIONE A SETA QUANDO ESTIVER NO MODO DE APRESENTAÇÃO DE DIAPOSITIVOS</a:t>
            </a:r>
          </a:p>
        </p:txBody>
      </p:sp>
      <p:pic>
        <p:nvPicPr>
          <p:cNvPr id="11" name="Imagem 10" descr="Sugestões da caixa Diga-m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31752" y="2772233"/>
            <a:ext cx="2723970" cy="131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Bem-vindo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8_TF10001108_Win32" id="{B57D3996-08C2-4980-A62B-F01B29EFC6F0}" vid="{939A279F-4A5C-46B3-BFEE-EC3E5DEDDE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{945E3F7A-1961-4C6B-A33C-6562764C132A}tf10001108_win32</Template>
  <TotalTime>1</TotalTime>
  <Words>661</Words>
  <Application>Microsoft Office PowerPoint</Application>
  <PresentationFormat>Ecrã Panorâmico</PresentationFormat>
  <Paragraphs>67</Paragraphs>
  <Slides>9</Slides>
  <Notes>9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Segoe UI Semibold</vt:lpstr>
      <vt:lpstr>Bem-vindoDoc</vt:lpstr>
      <vt:lpstr>Bem-vindo ao PowerPoint</vt:lpstr>
      <vt:lpstr>O Estruturador ajuda-o a transmitir a sua mensagem</vt:lpstr>
      <vt:lpstr>Como utilizar o Estruturador do PowerPoint</vt:lpstr>
      <vt:lpstr>Modificação</vt:lpstr>
      <vt:lpstr>Configurar a Modificação</vt:lpstr>
      <vt:lpstr>Trabalhar em conjunto em tempo real</vt:lpstr>
      <vt:lpstr>É um especialista com a caixa Diga-me o que pretende fazer</vt:lpstr>
      <vt:lpstr>Explorar sem sair dos seus diapositivos</vt:lpstr>
      <vt:lpstr>Tem mais perguntas sobre o PowerPoint?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Amélia Cerejo Lopes</dc:creator>
  <cp:keywords/>
  <cp:lastModifiedBy>Amélia Cerejo Lopes</cp:lastModifiedBy>
  <cp:revision>1</cp:revision>
  <dcterms:created xsi:type="dcterms:W3CDTF">2025-07-07T09:11:39Z</dcterms:created>
  <dcterms:modified xsi:type="dcterms:W3CDTF">2025-07-07T09:13:30Z</dcterms:modified>
  <cp:version/>
</cp:coreProperties>
</file>